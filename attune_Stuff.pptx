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29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0ED0-6F79-3D0B-F1C8-E9E0343B9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B8C3D-EF4C-ED20-E67B-5E8C92D18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C1EDC-4C86-4A9D-C0E7-30CB1C99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6D540-869D-4CE1-B4B8-DCFF385F1C6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D9D82-F5DE-6115-1F21-F9B3D976D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178EA-41D1-207F-44BC-7B876CE03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BE0A-963B-4FB1-B0D9-20EDCEC7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BFDFE-1032-E709-2983-038B4D39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2B02-F2D9-5E6E-9B80-C40B909A0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1028B-2EAE-0400-B2E4-71C042D59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6D540-869D-4CE1-B4B8-DCFF385F1C6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8E8EB-AEF3-E0AD-D22A-9E03CC786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F74B3-1B94-1905-E264-335A1D5C8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BE0A-963B-4FB1-B0D9-20EDCEC7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47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1AF1-7FA6-4E47-25DB-FF837ADF9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53FEC-FA42-E35C-C30D-88F3602A9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6D3FD-6D49-9521-ED02-D098953D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6D540-869D-4CE1-B4B8-DCFF385F1C6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3FCD-0F8D-CCF7-C8A3-3612EF0B9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02C37-0A01-6710-1C4A-7193683A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BE0A-963B-4FB1-B0D9-20EDCEC7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666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CBFA5-38CA-52BF-3FB4-1DBEA5D5D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AAFF6-361B-B735-8433-6C28F8FC3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CD7ED-C246-15EE-673E-CAAB25D55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D5AAC-2906-FC73-8796-9F67DC635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6D540-869D-4CE1-B4B8-DCFF385F1C6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0FE7D-023B-43EB-A053-AAFC6DA0F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36F20-E181-3300-84F4-F6C79D6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BE0A-963B-4FB1-B0D9-20EDCEC7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69B17-4983-9815-7F3D-14FC32FD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43D47-6C1B-4914-4331-BD64AB08D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A6474-5CA7-9ED8-EE3B-6D20FD233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85FE40-33BA-908A-0391-DC0C0C0F8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B5C2D-B1FE-544F-DE8D-9CF14EBFAD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A49CA2-D28B-63A2-EE89-2600E01D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6D540-869D-4CE1-B4B8-DCFF385F1C6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56300-0CE6-0177-8E0C-CD89B206C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7A0D9C-13D9-E977-F3D9-D2A295EA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BE0A-963B-4FB1-B0D9-20EDCEC7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2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60CC2-71BE-B689-8A6F-9335DD25F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806518-586A-8078-C0D2-1F62F9DDE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6D540-869D-4CE1-B4B8-DCFF385F1C6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C174D-804F-0485-4E5C-3266CF4B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03449-3F47-C0F7-86AA-27669795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BE0A-963B-4FB1-B0D9-20EDCEC7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0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132D57-2800-0E84-A632-40DBF74F3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6D540-869D-4CE1-B4B8-DCFF385F1C6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BEE50-DF32-0097-027E-B7BCEF2A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8BBDD-E2FB-135C-7322-D1256D2C0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BE0A-963B-4FB1-B0D9-20EDCEC7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20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F0A3D-D839-FF2C-E8AF-3EAA4943A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570C9-CE1C-1899-5097-DE6184004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21E5A-9B0D-22EF-D676-0C0CB1414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2BFCE-2300-6986-C159-2DBD51550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6D540-869D-4CE1-B4B8-DCFF385F1C6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AD787-20D1-99D9-91F6-1C802B81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AB69B-9F26-6FE6-898E-9A13FA5D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BE0A-963B-4FB1-B0D9-20EDCEC7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3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1CEE-C740-DB17-FA2F-0083F68ED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8F3FC3-32E3-72B8-CFBB-B177C8FA6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F8FFC-3B97-AEF4-5F43-E17F13189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65551-EFD0-B015-9798-7D7D1DCC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6D540-869D-4CE1-B4B8-DCFF385F1C6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384A9-ECF4-5837-7A45-835D1D7B7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5CF6F-3047-55F0-9337-694DB419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BE0A-963B-4FB1-B0D9-20EDCEC7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4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9B73-0ADF-A7D7-4337-4969ED80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4E754-918A-EC9B-8A18-AFA9B678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9FC4E-A329-94C5-C0BF-6A210ABFB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6D540-869D-4CE1-B4B8-DCFF385F1C6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598DA-75B3-0891-FC03-CD7BE8434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444FB-2E45-7980-086A-B74B7C9E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BE0A-963B-4FB1-B0D9-20EDCEC7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94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7AC58C-B651-2126-71D3-65A70F8FF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19724-9DF3-46A1-6CE1-D49CA58B5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59DDF-B3F8-2DAD-5FC6-3F11D07B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6D540-869D-4CE1-B4B8-DCFF385F1C6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19234-7AE1-D57C-C510-CABD5311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2A7CA-F551-535C-93B2-D27064F12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BE0A-963B-4FB1-B0D9-20EDCEC7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6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65BD89-EC15-FB7A-D4E9-A24D5CC4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F2263-E368-89F8-38DE-AB14B1220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7125F-81E1-42F9-C814-D0A2A8662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76D540-869D-4CE1-B4B8-DCFF385F1C6E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3C6A1-90D9-3A5B-627D-A2138BE07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689D2-3F4A-5071-48B2-E64A57A6F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1BE0A-963B-4FB1-B0D9-20EDCEC7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93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52411-D4F7-23BD-BA96-4B6C91ECFC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9B64F-AD92-ECFC-5C10-302B07F6C6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52234B-F1B7-506A-BC1A-CD7447564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6" y="0"/>
            <a:ext cx="390242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F9910C-F413-4FF5-27B1-6C5AEFCDD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660" y="0"/>
            <a:ext cx="387467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296136-4F98-0EB6-9257-2745893B7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678" y="0"/>
            <a:ext cx="3933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3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AAEFF2E-4D12-EF41-BC9F-49381821F99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7" t="37891" r="14467" b="37891"/>
          <a:stretch>
            <a:fillRect/>
          </a:stretch>
        </p:blipFill>
        <p:spPr>
          <a:xfrm>
            <a:off x="3125818" y="3118983"/>
            <a:ext cx="6433230" cy="16608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067E83-F90C-3453-ACF5-DBDAFDE4207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8" t="59291" r="27936" b="10732"/>
          <a:stretch>
            <a:fillRect/>
          </a:stretch>
        </p:blipFill>
        <p:spPr>
          <a:xfrm>
            <a:off x="9578499" y="3341946"/>
            <a:ext cx="611390" cy="3156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992790F-A54C-29C4-2007-7745D2D7E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994" y="1231515"/>
            <a:ext cx="7065876" cy="16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147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B81F-DB6A-3174-FF92-8F4C6427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717AF-0A4F-82AE-F2E2-6C4DECD63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84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A6F24-1F4F-46E2-E3E1-784F643F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7A986-4C2F-093C-059D-B5CD313CA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95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Oliveira</dc:creator>
  <cp:lastModifiedBy>Miguel Oliveira</cp:lastModifiedBy>
  <cp:revision>1</cp:revision>
  <dcterms:created xsi:type="dcterms:W3CDTF">2026-06-01T19:15:36Z</dcterms:created>
  <dcterms:modified xsi:type="dcterms:W3CDTF">2026-06-03T02:26:47Z</dcterms:modified>
</cp:coreProperties>
</file>